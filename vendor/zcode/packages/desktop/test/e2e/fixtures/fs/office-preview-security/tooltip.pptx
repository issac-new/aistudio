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ubbleChart>
        <c:ser>
          <c:idx val="0"/>
          <c:order val="0"/>
          <c:tx>
            <c:v>&lt;img src="office-preview-probe" onerror="window.__officePreviewXss=1"&gt;</c:v>
          </c:tx>
          <c:xVal>
            <c:numRef>
              <c:f>Sheet1!$A$1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Sheet1!$A$1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bubbleSize>
            <c:numRef>
              <c:f>Sheet1!$A$1</c:f>
              <c:numCache>
                <c:formatCode>General</c:formatCode>
                <c:ptCount val="1"/>
                <c:pt idx="0">
                  <c:v>10</c:v>
                </c:pt>
              </c:numCache>
            </c:numRef>
          </c:bubbleSize>
        </c:ser>
        <c:bubbleScale val="100"/>
        <c:axId val="1"/>
        <c:axId val="2"/>
      </c:bubbleChart>
      <c:valAx>
        <c:axId val="1"/>
        <c:scaling>
          <c:orientation val="minMax"/>
        </c:scaling>
        <c:axPos val="b"/>
        <c:crossAx val="2"/>
      </c:valAx>
      <c:valAx>
        <c:axId val="2"/>
        <c:scaling>
          <c:orientation val="minMax"/>
        </c:scaling>
        <c:axPos val="l"/>
        <c:crossAx val="1"/>
      </c:valAx>
    </c:plotArea>
  </c:chart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security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8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Bubble tooltip safety</a:t>
            </a:r>
          </a:p>
        </p:txBody>
      </p:sp>
      <p:graphicFrame>
        <p:nvGraphicFramePr>
          <p:cNvPr id="4" name="Bubble security probe"/>
          <p:cNvGraphicFramePr/>
          <p:nvPr/>
        </p:nvGraphicFramePr>
        <p:xfrm>
          <a:off x="1000000" y="3000000"/>
          <a:ext cx="7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/>
</file>